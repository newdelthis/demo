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B792E-11FD-E432-986E-F1D887C98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C8C29-440C-5503-7A8F-BC1E7C6BC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FF27D-2F05-53F7-1E70-E547D2A58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32116-1DF9-2C34-78AF-E6B45B2E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61A80-BF2B-C186-FB3D-A543948B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546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80DF-763D-36F7-91F5-F4F3BF38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A9F8F-2C38-F8D7-5E09-6F9155150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C1837-714D-B093-3E15-AE01FC4B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627DE-489E-6FE7-4A5B-7D1F73DC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0C218-75AF-4D6F-0FEC-075A6693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6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27F9-F211-D396-4F91-BB60E3E4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D7665-E501-61F2-5F04-E9E733772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C96C0-6C45-B464-B7A7-18F8ABB4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64712-103C-D33B-466B-637E5BEE0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9EAF5-703A-7323-7C38-FC628189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113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139C-432C-42EE-32EA-C38F6238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BDE36-B75D-789A-3B63-5E8A156A3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DA120-FDD7-CD8E-CF3A-2598B002C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1F21E-1167-850D-8DFE-863CC1BB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EFAE5-4A36-63B6-F76B-8CA75DC5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B3D79-0812-1DE2-8BBC-2D4634A0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6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AF4D-3D0B-0DD2-D064-82A2090E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4BA20-72FD-A9C2-90EA-C3D0CDAE5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07D5D-8C90-8496-A4F8-8767230F9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3C717-708B-2E1D-21F8-EEFE916DF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CB034-8960-F342-5365-5BCD3C5E8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DEE54-6C1E-0D20-9CDF-9C84A90B1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C1C76-E894-7F44-ED87-0868797F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CF11C6-B763-617E-259F-EFE4104A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39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998D-5DAA-116A-F9E0-5F830676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D5717-996F-6903-8179-93671C0F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BBD0-9F05-8DD4-8930-003E752F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EFA99-E18F-BE5A-289B-90AF4505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80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CD7C0D-1CB6-C8C1-6CF4-B58F3570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78F9F-2FE7-C321-216A-B471C8784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ACCA5-1296-C393-A987-661D8D80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44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888E-CF0F-2519-CF52-01C8F7502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906D6-CAEC-0946-E456-65532AC4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136DE-81D7-EF7B-D48B-4CDDF7D91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A059C-CE83-3E0B-21E7-86E666B9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7545F-51BE-2D69-704B-DD7429B4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F3D7B-EC98-DE31-F945-D2DA4065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210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B4EA-0037-8059-DBDD-BDBD46FF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65EE7B-94F0-0E55-8327-7FF576B9E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346EB-3F45-382B-F720-D5C9CB2E8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B36FA-6925-0B15-5564-81789685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5B664-4307-D6D0-5D1E-267B186A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8981F-8D6D-FC2D-E945-1A8472A1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77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9C643-2ADB-B63D-5C7A-86BB259A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89959-7765-1525-DF4F-02BC1D822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2A88-AC06-A582-0994-E1D3E823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4AA28-3AD6-D410-4A1E-668B688F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8034F-2BC4-71EB-3E27-3E62EA57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5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75719-8655-9011-EDC4-0B7F53FC2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69E8B-F703-B7F8-698E-269832B74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84A28-3FC9-27FE-5774-175B55FB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8887-71E8-A0D9-D52D-16C983BB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396F8-CEC6-B63A-B431-D3E28B7A4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31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528003-0339-5A89-076E-5FCEA0BA8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C480E-BAE4-4EB0-5923-070D0AF4D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FBEE4-7074-462E-5BE2-C5628AA38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DAE87-36F3-4767-B85A-3E7120E0B456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EBCF3-F7CD-F93B-6F7F-B709C3590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EE06E-272C-4264-4347-C3AFC8A29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CABBB-12D9-4EF8-AC0B-403AE4B93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35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F211A8-FBE5-5C25-F1E5-741DBD600B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5790132"/>
              </p:ext>
            </p:extLst>
          </p:nvPr>
        </p:nvGraphicFramePr>
        <p:xfrm>
          <a:off x="226031" y="215938"/>
          <a:ext cx="11465959" cy="598451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60392">
                  <a:extLst>
                    <a:ext uri="{9D8B030D-6E8A-4147-A177-3AD203B41FA5}">
                      <a16:colId xmlns:a16="http://schemas.microsoft.com/office/drawing/2014/main" val="3207470623"/>
                    </a:ext>
                  </a:extLst>
                </a:gridCol>
                <a:gridCol w="2104651">
                  <a:extLst>
                    <a:ext uri="{9D8B030D-6E8A-4147-A177-3AD203B41FA5}">
                      <a16:colId xmlns:a16="http://schemas.microsoft.com/office/drawing/2014/main" val="2541966084"/>
                    </a:ext>
                  </a:extLst>
                </a:gridCol>
                <a:gridCol w="8900916">
                  <a:extLst>
                    <a:ext uri="{9D8B030D-6E8A-4147-A177-3AD203B41FA5}">
                      <a16:colId xmlns:a16="http://schemas.microsoft.com/office/drawing/2014/main" val="501434639"/>
                    </a:ext>
                  </a:extLst>
                </a:gridCol>
              </a:tblGrid>
              <a:tr h="186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#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Action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Command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131127"/>
                  </a:ext>
                </a:extLst>
              </a:tr>
              <a:tr h="884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Install dependencies (Ubuntu/Debian)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sudo</a:t>
                      </a:r>
                      <a:r>
                        <a:rPr lang="en-IN" sz="1800" dirty="0"/>
                        <a:t> apt update &amp;&amp; </a:t>
                      </a:r>
                      <a:r>
                        <a:rPr lang="en-IN" sz="1800" dirty="0" err="1"/>
                        <a:t>sudo</a:t>
                      </a:r>
                      <a:r>
                        <a:rPr lang="en-IN" sz="1800" dirty="0"/>
                        <a:t> apt install -y build-essential </a:t>
                      </a:r>
                      <a:r>
                        <a:rPr lang="en-IN" sz="1800" dirty="0" err="1"/>
                        <a:t>libseccomp</a:t>
                      </a:r>
                      <a:r>
                        <a:rPr lang="en-IN" sz="1800" dirty="0"/>
                        <a:t>-dev </a:t>
                      </a:r>
                      <a:r>
                        <a:rPr lang="en-IN" sz="1800" dirty="0" err="1"/>
                        <a:t>pkg</a:t>
                      </a:r>
                      <a:r>
                        <a:rPr lang="en-IN" sz="1800" dirty="0"/>
                        <a:t>-config </a:t>
                      </a:r>
                      <a:r>
                        <a:rPr lang="en-IN" sz="1800" dirty="0" err="1"/>
                        <a:t>uidmap</a:t>
                      </a:r>
                      <a:r>
                        <a:rPr lang="en-IN" sz="1800" dirty="0"/>
                        <a:t> </a:t>
                      </a:r>
                      <a:r>
                        <a:rPr lang="en-IN" sz="1800" dirty="0" err="1"/>
                        <a:t>squashfs</a:t>
                      </a:r>
                      <a:r>
                        <a:rPr lang="en-IN" sz="1800" dirty="0"/>
                        <a:t>-tools </a:t>
                      </a:r>
                      <a:r>
                        <a:rPr lang="en-IN" sz="1800" dirty="0" err="1"/>
                        <a:t>cryptsetup</a:t>
                      </a:r>
                      <a:r>
                        <a:rPr lang="en-IN" sz="1800" dirty="0"/>
                        <a:t> curl </a:t>
                      </a:r>
                      <a:r>
                        <a:rPr lang="en-IN" sz="1800" dirty="0" err="1"/>
                        <a:t>wget</a:t>
                      </a:r>
                      <a:r>
                        <a:rPr lang="en-IN" sz="1800" dirty="0"/>
                        <a:t> git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712421"/>
                  </a:ext>
                </a:extLst>
              </a:tr>
              <a:tr h="8847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Install dependencies (RHEL/CentOS)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sudo yum groupinstall -y "Development Tools" &amp;&amp; sudo yum install -y libseccomp-devel wget git squashfs-tools cryptsetup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1737"/>
                  </a:ext>
                </a:extLst>
              </a:tr>
              <a:tr h="465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Install Go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800" dirty="0"/>
                        <a:t>wget https://go.dev/dl/go1.22.0.linux-amd64.tar.gz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778186"/>
                  </a:ext>
                </a:extLst>
              </a:tr>
              <a:tr h="46565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sudo</a:t>
                      </a:r>
                      <a:r>
                        <a:rPr lang="en-IN" sz="1800" dirty="0"/>
                        <a:t> tar -C /</a:t>
                      </a:r>
                      <a:r>
                        <a:rPr lang="en-IN" sz="1800" dirty="0" err="1"/>
                        <a:t>usr</a:t>
                      </a:r>
                      <a:r>
                        <a:rPr lang="en-IN" sz="1800" dirty="0"/>
                        <a:t>/local -</a:t>
                      </a:r>
                      <a:r>
                        <a:rPr lang="en-IN" sz="1800" dirty="0" err="1"/>
                        <a:t>xzf</a:t>
                      </a:r>
                      <a:r>
                        <a:rPr lang="en-IN" sz="1800" dirty="0"/>
                        <a:t> go1.22.0.linux-amd64.tar.gz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189985"/>
                  </a:ext>
                </a:extLst>
              </a:tr>
              <a:tr h="60535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Set PATH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echo 'export PATH=/</a:t>
                      </a:r>
                      <a:r>
                        <a:rPr lang="en-IN" sz="1800" dirty="0" err="1"/>
                        <a:t>usr</a:t>
                      </a:r>
                      <a:r>
                        <a:rPr lang="en-IN" sz="1800" dirty="0"/>
                        <a:t>/local/go/bin:$PATH' &gt;&gt; ~/.</a:t>
                      </a:r>
                      <a:r>
                        <a:rPr lang="en-IN" sz="1800" dirty="0" err="1"/>
                        <a:t>bashrc</a:t>
                      </a:r>
                      <a:r>
                        <a:rPr lang="en-IN" sz="1800" dirty="0"/>
                        <a:t> &amp;&amp; source ~/.</a:t>
                      </a:r>
                      <a:r>
                        <a:rPr lang="en-IN" sz="1800" dirty="0" err="1"/>
                        <a:t>bashrc</a:t>
                      </a:r>
                      <a:endParaRPr lang="en-IN" sz="18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864312"/>
                  </a:ext>
                </a:extLst>
              </a:tr>
              <a:tr h="1862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Verify Go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go version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582565"/>
                  </a:ext>
                </a:extLst>
              </a:tr>
              <a:tr h="465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3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Download source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clone https://github.com/apptainer/apptainer.git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38006"/>
                  </a:ext>
                </a:extLst>
              </a:tr>
              <a:tr h="32595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cd </a:t>
                      </a:r>
                      <a:r>
                        <a:rPr lang="fr-FR" sz="1800" dirty="0" err="1"/>
                        <a:t>apptainer</a:t>
                      </a:r>
                      <a:r>
                        <a:rPr lang="fr-FR" sz="1800" dirty="0"/>
                        <a:t> &amp;&amp; git </a:t>
                      </a:r>
                      <a:r>
                        <a:rPr lang="fr-FR" sz="1800" dirty="0" err="1"/>
                        <a:t>checkout</a:t>
                      </a:r>
                      <a:r>
                        <a:rPr lang="fr-FR" sz="1800" dirty="0"/>
                        <a:t> v1.3.0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06759"/>
                  </a:ext>
                </a:extLst>
              </a:tr>
              <a:tr h="186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Build &amp; install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./</a:t>
                      </a:r>
                      <a:r>
                        <a:rPr lang="en-IN" sz="1800" dirty="0" err="1"/>
                        <a:t>mconfig</a:t>
                      </a:r>
                      <a:endParaRPr lang="en-IN" sz="18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600277"/>
                  </a:ext>
                </a:extLst>
              </a:tr>
              <a:tr h="1862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make -C </a:t>
                      </a:r>
                      <a:r>
                        <a:rPr lang="en-IN" sz="1800" dirty="0" err="1"/>
                        <a:t>builddir</a:t>
                      </a:r>
                      <a:endParaRPr lang="en-IN" sz="18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019909"/>
                  </a:ext>
                </a:extLst>
              </a:tr>
              <a:tr h="32595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sudo</a:t>
                      </a:r>
                      <a:r>
                        <a:rPr lang="en-US" sz="1800" dirty="0"/>
                        <a:t> make -C </a:t>
                      </a:r>
                      <a:r>
                        <a:rPr lang="en-US" sz="1800" dirty="0" err="1"/>
                        <a:t>builddir</a:t>
                      </a:r>
                      <a:r>
                        <a:rPr lang="en-US" sz="1800" dirty="0"/>
                        <a:t> install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930639"/>
                  </a:ext>
                </a:extLst>
              </a:tr>
              <a:tr h="186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Verify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apptainer</a:t>
                      </a:r>
                      <a:r>
                        <a:rPr lang="en-IN" sz="1800" dirty="0"/>
                        <a:t> --version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76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81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</cp:revision>
  <dcterms:created xsi:type="dcterms:W3CDTF">2026-04-25T07:01:32Z</dcterms:created>
  <dcterms:modified xsi:type="dcterms:W3CDTF">2026-04-25T07:01:50Z</dcterms:modified>
</cp:coreProperties>
</file>